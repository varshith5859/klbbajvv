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/>
            </a:pPr>
            <a:r>
              <a:t>IRCTC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4612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Indian Railway Catering and Tourism Corporation Limited</a:t>
            </a:r>
            <a:br/>
            <a:r>
              <a:t>A Presentation on India’s Railway Service &amp; Tourism Corporation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IRCTC Presentation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IRCTC stands for Indian Railway Catering and Tourism Corporation Limited.</a:t>
            </a:r>
          </a:p>
          <a:p>
            <a:pPr>
              <a:spcAft>
                <a:spcPts val="1000"/>
              </a:spcAft>
              <a:defRPr sz="2000"/>
            </a:pPr>
            <a:r>
              <a:t>• It is a public sector enterprise under the Ministry of Railways.</a:t>
            </a:r>
          </a:p>
          <a:p>
            <a:pPr>
              <a:spcAft>
                <a:spcPts val="1000"/>
              </a:spcAft>
              <a:defRPr sz="2000"/>
            </a:pPr>
            <a:r>
              <a:t>• It provides important passenger-oriented railway, catering and tourism services.</a:t>
            </a:r>
          </a:p>
          <a:p>
            <a:pPr>
              <a:spcAft>
                <a:spcPts val="1000"/>
              </a:spcAft>
              <a:defRPr sz="2000"/>
            </a:pPr>
            <a:r>
              <a:t>• IRCTC has played a major role in making railway services more digital and convenient.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IRCTC Presentation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History of IRCTC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Established on 27 September 1999.</a:t>
            </a:r>
          </a:p>
          <a:p>
            <a:pPr>
              <a:spcAft>
                <a:spcPts val="1000"/>
              </a:spcAft>
              <a:defRPr sz="2000"/>
            </a:pPr>
            <a:r>
              <a:t>• Created to professionalize and improve railway catering and hospitality services.</a:t>
            </a:r>
          </a:p>
          <a:p>
            <a:pPr>
              <a:spcAft>
                <a:spcPts val="1000"/>
              </a:spcAft>
              <a:defRPr sz="2000"/>
            </a:pPr>
            <a:r>
              <a:t>• Expanded into online ticketing, tourism, e-catering and packaged drinking water.</a:t>
            </a:r>
          </a:p>
          <a:p>
            <a:pPr>
              <a:spcAft>
                <a:spcPts val="1000"/>
              </a:spcAft>
              <a:defRPr sz="2000"/>
            </a:pPr>
            <a:r>
              <a:t>• Over time, IRCTC became an important technology-enabled service provider for railway passengers.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IRCTC Presentation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Main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Improve the quality of passenger services.</a:t>
            </a:r>
          </a:p>
          <a:p>
            <a:pPr>
              <a:spcAft>
                <a:spcPts val="1000"/>
              </a:spcAft>
              <a:defRPr sz="2000"/>
            </a:pPr>
            <a:r>
              <a:t>• Provide convenient online railway ticketing.</a:t>
            </a:r>
          </a:p>
          <a:p>
            <a:pPr>
              <a:spcAft>
                <a:spcPts val="1000"/>
              </a:spcAft>
              <a:defRPr sz="2000"/>
            </a:pPr>
            <a:r>
              <a:t>• Develop railway tourism and travel packages.</a:t>
            </a:r>
          </a:p>
          <a:p>
            <a:pPr>
              <a:spcAft>
                <a:spcPts val="1000"/>
              </a:spcAft>
              <a:defRPr sz="2000"/>
            </a:pPr>
            <a:r>
              <a:t>• Improve catering and food services.</a:t>
            </a:r>
          </a:p>
          <a:p>
            <a:pPr>
              <a:spcAft>
                <a:spcPts val="1000"/>
              </a:spcAft>
              <a:defRPr sz="2000"/>
            </a:pPr>
            <a:r>
              <a:t>• Provide safe and reliable packaged drinking water.</a:t>
            </a:r>
          </a:p>
          <a:p>
            <a:pPr>
              <a:spcAft>
                <a:spcPts val="1000"/>
              </a:spcAft>
              <a:defRPr sz="2000"/>
            </a:pPr>
            <a:r>
              <a:t>• Use technology to make railway services easier for passengers.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IRCTC Presentation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Major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Online railway ticket booking</a:t>
            </a:r>
          </a:p>
          <a:p>
            <a:pPr>
              <a:spcAft>
                <a:spcPts val="1000"/>
              </a:spcAft>
              <a:defRPr sz="2000"/>
            </a:pPr>
            <a:r>
              <a:t>• Catering services on trains and at stations</a:t>
            </a:r>
          </a:p>
          <a:p>
            <a:pPr>
              <a:spcAft>
                <a:spcPts val="1000"/>
              </a:spcAft>
              <a:defRPr sz="2000"/>
            </a:pPr>
            <a:r>
              <a:t>• e-Catering and food delivery during train journeys</a:t>
            </a:r>
          </a:p>
          <a:p>
            <a:pPr>
              <a:spcAft>
                <a:spcPts val="1000"/>
              </a:spcAft>
              <a:defRPr sz="2000"/>
            </a:pPr>
            <a:r>
              <a:t>• Tourism and holiday packages</a:t>
            </a:r>
          </a:p>
          <a:p>
            <a:pPr>
              <a:spcAft>
                <a:spcPts val="1000"/>
              </a:spcAft>
              <a:defRPr sz="2000"/>
            </a:pPr>
            <a:r>
              <a:t>• Hotel and travel-related bookings</a:t>
            </a:r>
          </a:p>
          <a:p>
            <a:pPr>
              <a:spcAft>
                <a:spcPts val="1000"/>
              </a:spcAft>
              <a:defRPr sz="2000"/>
            </a:pPr>
            <a:r>
              <a:t>• Rail Neer packaged drinking water</a:t>
            </a:r>
          </a:p>
          <a:p>
            <a:pPr>
              <a:spcAft>
                <a:spcPts val="1000"/>
              </a:spcAft>
              <a:defRPr sz="2000"/>
            </a:pPr>
            <a:r>
              <a:t>• Tourist and luxury train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IRCTC Presentation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Online Ticketing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IRCTC provides an online platform for railway ticket booking.</a:t>
            </a:r>
          </a:p>
          <a:p>
            <a:pPr>
              <a:spcAft>
                <a:spcPts val="1000"/>
              </a:spcAft>
              <a:defRPr sz="2000"/>
            </a:pPr>
            <a:r>
              <a:t>• Passengers can search trains and book tickets digitally.</a:t>
            </a:r>
          </a:p>
          <a:p>
            <a:pPr>
              <a:spcAft>
                <a:spcPts val="1000"/>
              </a:spcAft>
              <a:defRPr sz="2000"/>
            </a:pPr>
            <a:r>
              <a:t>• Users can check booking details and PNR status.</a:t>
            </a:r>
          </a:p>
          <a:p>
            <a:pPr>
              <a:spcAft>
                <a:spcPts val="1000"/>
              </a:spcAft>
              <a:defRPr sz="2000"/>
            </a:pPr>
            <a:r>
              <a:t>• Digital ticketing saves time and reduces the need to visit railway reservation counters.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IRCTC Presentation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Catering &amp; e-Catering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IRCTC manages catering services at many railway stations and on trains.</a:t>
            </a:r>
          </a:p>
          <a:p>
            <a:pPr>
              <a:spcAft>
                <a:spcPts val="1000"/>
              </a:spcAft>
              <a:defRPr sz="2000"/>
            </a:pPr>
            <a:r>
              <a:t>• e-Catering allows passengers to order food from participating food providers.</a:t>
            </a:r>
          </a:p>
          <a:p>
            <a:pPr>
              <a:spcAft>
                <a:spcPts val="1000"/>
              </a:spcAft>
              <a:defRPr sz="2000"/>
            </a:pPr>
            <a:r>
              <a:t>• Food can be delivered to passengers at selected railway stations during their journey.</a:t>
            </a:r>
          </a:p>
          <a:p>
            <a:pPr>
              <a:spcAft>
                <a:spcPts val="1000"/>
              </a:spcAft>
              <a:defRPr sz="2000"/>
            </a:pPr>
            <a:r>
              <a:t>• These services improve convenience and passenger experience.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IRCTC Presentation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Tourism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IRCTC offers domestic and international tourism packages.</a:t>
            </a:r>
          </a:p>
          <a:p>
            <a:pPr>
              <a:spcAft>
                <a:spcPts val="1000"/>
              </a:spcAft>
              <a:defRPr sz="2000"/>
            </a:pPr>
            <a:r>
              <a:t>• It promotes railway-based tourism and travel experiences.</a:t>
            </a:r>
          </a:p>
          <a:p>
            <a:pPr>
              <a:spcAft>
                <a:spcPts val="1000"/>
              </a:spcAft>
              <a:defRPr sz="2000"/>
            </a:pPr>
            <a:r>
              <a:t>• It operates or supports special tourist train experiences.</a:t>
            </a:r>
          </a:p>
          <a:p>
            <a:pPr>
              <a:spcAft>
                <a:spcPts val="1000"/>
              </a:spcAft>
              <a:defRPr sz="2000"/>
            </a:pPr>
            <a:r>
              <a:t>• Packages can combine transport, accommodation and sightseeing.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IRCTC Presentation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Rail Neer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Rail Neer is IRCTC’s packaged drinking water brand.</a:t>
            </a:r>
          </a:p>
          <a:p>
            <a:pPr>
              <a:spcAft>
                <a:spcPts val="1000"/>
              </a:spcAft>
              <a:defRPr sz="2000"/>
            </a:pPr>
            <a:r>
              <a:t>• It was introduced to provide packaged drinking water to railway passengers.</a:t>
            </a:r>
          </a:p>
          <a:p>
            <a:pPr>
              <a:spcAft>
                <a:spcPts val="1000"/>
              </a:spcAft>
              <a:defRPr sz="2000"/>
            </a:pPr>
            <a:r>
              <a:t>• Rail Neer is available at railway stations and other railway-related locations.</a:t>
            </a:r>
          </a:p>
          <a:p>
            <a:pPr>
              <a:spcAft>
                <a:spcPts val="1000"/>
              </a:spcAft>
              <a:defRPr sz="2000"/>
            </a:pPr>
            <a:r>
              <a:t>• It is an important part of IRCTC’s packaged drinking water business.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IRCTC Presentation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Importance of IRCTC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Makes railway services more accessible through digital platforms.</a:t>
            </a:r>
          </a:p>
          <a:p>
            <a:pPr>
              <a:spcAft>
                <a:spcPts val="1000"/>
              </a:spcAft>
              <a:defRPr sz="2000"/>
            </a:pPr>
            <a:r>
              <a:t>• Improves passenger convenience.</a:t>
            </a:r>
          </a:p>
          <a:p>
            <a:pPr>
              <a:spcAft>
                <a:spcPts val="1000"/>
              </a:spcAft>
              <a:defRPr sz="2000"/>
            </a:pPr>
            <a:r>
              <a:t>• Supports tourism and hospitality.</a:t>
            </a:r>
          </a:p>
          <a:p>
            <a:pPr>
              <a:spcAft>
                <a:spcPts val="1000"/>
              </a:spcAft>
              <a:defRPr sz="2000"/>
            </a:pPr>
            <a:r>
              <a:t>• Creates employment and business opportunities.</a:t>
            </a:r>
          </a:p>
          <a:p>
            <a:pPr>
              <a:spcAft>
                <a:spcPts val="1000"/>
              </a:spcAft>
              <a:defRPr sz="2000"/>
            </a:pPr>
            <a:r>
              <a:t>• Helps modernize customer-facing railway services.</a:t>
            </a:r>
          </a:p>
          <a:p>
            <a:pPr>
              <a:spcAft>
                <a:spcPts val="1000"/>
              </a:spcAft>
              <a:defRPr sz="2000"/>
            </a:pPr>
            <a:r>
              <a:t>• Connects railway travel with catering and tourism services.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IRCTC Presentation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SWOT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/>
            </a:pPr>
            <a:r>
              <a:t>Strengths:</a:t>
            </a:r>
          </a:p>
          <a:p>
            <a:pPr>
              <a:spcAft>
                <a:spcPts val="1000"/>
              </a:spcAft>
              <a:defRPr sz="2000"/>
            </a:pPr>
            <a:r>
              <a:t>• Strong association with Indian Railways</a:t>
            </a:r>
          </a:p>
          <a:p>
            <a:pPr>
              <a:spcAft>
                <a:spcPts val="1000"/>
              </a:spcAft>
              <a:defRPr sz="2000"/>
            </a:pPr>
            <a:r>
              <a:t>• Large customer base</a:t>
            </a:r>
          </a:p>
          <a:p>
            <a:pPr>
              <a:spcAft>
                <a:spcPts val="1000"/>
              </a:spcAft>
              <a:defRPr sz="2000"/>
            </a:pPr>
            <a:r>
              <a:t>• Well-known digital platform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 b="1"/>
            </a:pPr>
            <a:r>
              <a:t>Weaknesses:</a:t>
            </a:r>
          </a:p>
          <a:p>
            <a:pPr>
              <a:spcAft>
                <a:spcPts val="1000"/>
              </a:spcAft>
              <a:defRPr sz="2000"/>
            </a:pPr>
            <a:r>
              <a:t>• Dependence on railway operations and infrastructure</a:t>
            </a:r>
          </a:p>
          <a:p>
            <a:pPr>
              <a:spcAft>
                <a:spcPts val="1000"/>
              </a:spcAft>
              <a:defRPr sz="2000"/>
            </a:pPr>
            <a:r>
              <a:t>• High demand can create service pressure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 b="1"/>
            </a:pPr>
            <a:r>
              <a:t>Opportunities:</a:t>
            </a:r>
          </a:p>
          <a:p>
            <a:pPr>
              <a:spcAft>
                <a:spcPts val="1000"/>
              </a:spcAft>
              <a:defRPr sz="2000"/>
            </a:pPr>
            <a:r>
              <a:t>• Growth of digital travel services</a:t>
            </a:r>
          </a:p>
          <a:p>
            <a:pPr>
              <a:spcAft>
                <a:spcPts val="1000"/>
              </a:spcAft>
              <a:defRPr sz="2000"/>
            </a:pPr>
            <a:r>
              <a:t>• Expansion of tourism and hospitality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 b="1"/>
            </a:pPr>
            <a:r>
              <a:t>Threats:</a:t>
            </a:r>
          </a:p>
          <a:p>
            <a:pPr>
              <a:spcAft>
                <a:spcPts val="1000"/>
              </a:spcAft>
              <a:defRPr sz="2000"/>
            </a:pPr>
            <a:r>
              <a:t>• Competition from private travel platforms</a:t>
            </a:r>
          </a:p>
          <a:p>
            <a:pPr>
              <a:spcAft>
                <a:spcPts val="1000"/>
              </a:spcAft>
              <a:defRPr sz="2000"/>
            </a:pPr>
            <a:r>
              <a:t>• Technology and service disruptions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IRCTC Presentation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IRCTC is an important organization supporting Indian railway passengers.</a:t>
            </a:r>
          </a:p>
          <a:p>
            <a:pPr>
              <a:spcAft>
                <a:spcPts val="1000"/>
              </a:spcAft>
              <a:defRPr sz="2000"/>
            </a:pPr>
            <a:r>
              <a:t>• Its services extend beyond ticket booking to catering, tourism and packaged drinking water.</a:t>
            </a:r>
          </a:p>
          <a:p>
            <a:pPr>
              <a:spcAft>
                <a:spcPts val="1000"/>
              </a:spcAft>
              <a:defRPr sz="2000"/>
            </a:pPr>
            <a:r>
              <a:t>• Technology has made many IRCTC services faster and more convenient.</a:t>
            </a:r>
          </a:p>
          <a:p>
            <a:pPr>
              <a:spcAft>
                <a:spcPts val="1000"/>
              </a:spcAft>
              <a:defRPr sz="2000"/>
            </a:pPr>
            <a:r>
              <a:t>• IRCTC continues to play an important role in India’s railway and tourism ecosystem.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IRCTC Presentation  |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